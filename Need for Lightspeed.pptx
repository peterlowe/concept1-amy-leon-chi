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B8D"/>
    <a:srgbClr val="F8F8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891A-9C43-4468-86FC-4777BF69D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0B055-0008-4B91-884F-4CF7CE4E4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4FD35-C87B-4927-B922-9A13DFEC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7E70-9483-4993-B633-5413E893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65831-BC44-4C9A-A8B7-FE9B39EC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8291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41FE-268F-4AC9-8B59-8A569F4E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A600D-7ADF-4083-95D3-D47EE6E6C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6989A-43C1-44EF-BF39-25D20A08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D288F-C810-48B2-B74A-DFFAE6D4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0D80-0415-4B26-84B5-EC95B331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251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BFE5-3CCD-44AF-A0A1-386BBD3C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156D4-40B0-4E19-B10D-F7DA89644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C177-0268-4198-AFE3-A82EED40F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95B24-792C-41ED-91B1-F79967410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111D1-0F28-44C2-A50E-FD7E30A7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635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CB88-F463-4080-87AA-D96444DD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D60C-AFB5-4A43-B403-AC1D07DE32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7877A-EEB6-4F22-9BFF-BEEEC8EBC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63DE-9C66-4D72-B1D8-6837DDE8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B412F-447F-4AC0-8D51-A318181B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20CB4-6B16-4EB0-AAC8-CB883832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9541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1C65D-7DBB-4C00-B40E-94463BB2E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DF8D3-2035-4481-A659-37FD606BC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A3ACB-1F8D-48E0-A9DB-17E438FEF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F419B-ED26-41E8-ABF6-328DE9858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277B9A-F995-4C05-8CA8-CF938E893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57BCE-8848-4D74-B436-F078C0AE8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D8A180-778D-4AFA-A247-1EED7CEE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836418-39DA-4173-83E8-6C1FFB37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1326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45DE-4FA6-4F64-95BE-9B8D33D5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AC8EA-7C4B-4613-B795-22ABBCCE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D4DF-645E-41A7-8F9F-59378BEE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721E2-7EE7-4418-998F-3EDF26A9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82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2B33C-9145-415D-B2AD-A9E9D9EE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F675E-BF44-41C0-B617-466BD243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E08CA-E3AE-4054-90FC-C3CAA649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142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B8C9-A206-4296-BEAD-AD2E5696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B9E7-D24A-44DA-A355-9A9312497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991EE-AFB3-43FC-B0CC-F04591F87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6C558-E939-43EE-8EE6-415BD473A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4CCC6-F3EE-4331-8CEB-31FE9C01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60CE8-CF0E-4B36-8B48-B77CB27C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7655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C3F7-FEEE-4F19-A381-C3C6A800E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2E37A-6B09-44F7-92D9-AC92369C7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EAFAF-A8E6-4329-BE87-EC2CEED25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3B01B-B067-4399-B297-1AA379A1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CC8BC-574A-4BF8-B2EC-40B345C5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7E12D-10D9-4012-BB7C-DD3FF336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373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ACF4-74DE-4D23-8CA3-AE45D9BE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38B28-6FC1-4BD7-93AB-F026F0AB7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FBB8B-BE44-4D17-8A1C-354E10A2F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83AF6-0A61-44AD-BA4E-0EC8E511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658DD-29AE-43B1-8FAB-876E3EDB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94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E41D3-C269-40B6-B11C-9DA21D5A7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3483E-B2E0-4EA1-BC7F-577AFCDD6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3DD3D-A6E7-4FB3-A534-8DEE2323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C0BE2-919F-4172-A0F5-9EFAEF50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93595-7E7D-422A-B546-AD4096DF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588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8BD66D-C72D-4DE5-925D-F45A003F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3AACA-703F-4DC0-B7BF-008F0074B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56C20-7F45-47A3-AED3-C77C552C3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2AE0E-FE13-4BA1-A6B4-CC470F4F52A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247EC-DC62-452B-89AC-5C52D5101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755C0-FB87-4EBA-AF8E-0084D8308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B9A2C-F2C5-4B5F-9288-B47942DBCDC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781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227EFB-96D8-4528-B1A5-EC0D85BD6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5673" y="0"/>
            <a:ext cx="156456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5F1EF-C529-4A0C-A18C-175681E249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b="1" i="1" dirty="0">
                <a:solidFill>
                  <a:srgbClr val="FEFB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Bold ITC" panose="020B0907030504020204" pitchFamily="34" charset="0"/>
              </a:rPr>
              <a:t>Need for Lightspeed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50636-08CC-477E-812F-B54387ADE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633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033E-053A-465A-9565-5DF8CF73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F8653-3907-4D95-92D0-2F6B8076E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Take Need for Speed, add rocket boosters instead of </a:t>
            </a:r>
            <a:r>
              <a:rPr lang="en-US" sz="3600" dirty="0" err="1"/>
              <a:t>nitrus</a:t>
            </a:r>
            <a:r>
              <a:rPr lang="en-US" sz="3600" dirty="0"/>
              <a:t> and lightspeed jump booster rings to other planets instead of checkpoints.</a:t>
            </a:r>
            <a:endParaRPr lang="en-IE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2D37E-EBA1-4027-BC4B-3EF741ECB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3117"/>
            <a:ext cx="3384884" cy="3384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B882E9-5C5B-413D-969B-A3A28F03A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684" y="3407255"/>
            <a:ext cx="6140116" cy="345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47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Eras Bold ITC</vt:lpstr>
      <vt:lpstr>Office Theme</vt:lpstr>
      <vt:lpstr>Need for Lightspeed</vt:lpstr>
      <vt:lpstr>Elevator Pitch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 for Lightspeed</dc:title>
  <dc:creator>(Student) - Leon Nolte</dc:creator>
  <cp:lastModifiedBy>(Student) - Leon Nolte</cp:lastModifiedBy>
  <cp:revision>1</cp:revision>
  <dcterms:created xsi:type="dcterms:W3CDTF">2021-11-12T10:53:03Z</dcterms:created>
  <dcterms:modified xsi:type="dcterms:W3CDTF">2021-11-12T11:00:09Z</dcterms:modified>
</cp:coreProperties>
</file>